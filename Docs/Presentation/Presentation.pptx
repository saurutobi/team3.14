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3"/>
  </p:sldIdLst>
  <p:sldSz cx="10080625" cy="7559675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9040"/>
            <a:ext cx="9071640" cy="438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4384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920" cy="4384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769040"/>
            <a:ext cx="4426920" cy="4384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1640" cy="58521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92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04000" y="4059360"/>
            <a:ext cx="442692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152680" y="1769040"/>
            <a:ext cx="4426920" cy="4384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920" cy="4384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769040"/>
            <a:ext cx="442692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4059360"/>
            <a:ext cx="442692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92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769040"/>
            <a:ext cx="442692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4059360"/>
            <a:ext cx="907164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4059360"/>
            <a:ext cx="907164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92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769040"/>
            <a:ext cx="442692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152680" y="4059360"/>
            <a:ext cx="442692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04000" y="4059360"/>
            <a:ext cx="4426920" cy="20912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4384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4384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7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2292120" y="1768680"/>
            <a:ext cx="5495040" cy="4384440"/>
          </a:xfrm>
          <a:prstGeom prst="rect">
            <a:avLst/>
          </a:prstGeom>
          <a:ln>
            <a:noFill/>
          </a:ln>
        </p:spPr>
      </p:pic>
      <p:pic>
        <p:nvPicPr>
          <p:cNvPr id="38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2292120" y="1768680"/>
            <a:ext cx="5495040" cy="438444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rIns="0" tIns="0" bIns="0" anchor="ctr"/>
          <a:p>
            <a:pPr algn="ctr"/>
            <a:r>
              <a:rPr lang="en-US" sz="4400">
                <a:latin typeface="Arial"/>
              </a:rPr>
              <a:t>Click to edit the title text format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438444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en-US" sz="3200">
                <a:latin typeface="Arial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en-US" sz="2800">
                <a:latin typeface="Arial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en-US" sz="2400">
                <a:latin typeface="Arial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en-US" sz="2000">
                <a:latin typeface="Arial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Seventh Outline Level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6887160"/>
            <a:ext cx="2348280" cy="521280"/>
          </a:xfrm>
          <a:prstGeom prst="rect">
            <a:avLst/>
          </a:prstGeom>
        </p:spPr>
        <p:txBody>
          <a:bodyPr lIns="0" rIns="0" tIns="0" bIns="0"/>
          <a:p>
            <a:r>
              <a:rPr lang="en-US" sz="1400">
                <a:latin typeface="Times New Roman"/>
              </a:rPr>
              <a:t>&lt;date/time&gt;</a:t>
            </a:r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6887160"/>
            <a:ext cx="3195000" cy="521280"/>
          </a:xfrm>
          <a:prstGeom prst="rect">
            <a:avLst/>
          </a:prstGeom>
        </p:spPr>
        <p:txBody>
          <a:bodyPr lIns="0" rIns="0" tIns="0" bIns="0"/>
          <a:p>
            <a:pPr algn="ctr"/>
            <a:r>
              <a:rPr lang="en-US" sz="1400">
                <a:latin typeface="Times New Roman"/>
              </a:rPr>
              <a:t>&lt;footer&gt;</a:t>
            </a:r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6887160"/>
            <a:ext cx="2348280" cy="521280"/>
          </a:xfrm>
          <a:prstGeom prst="rect">
            <a:avLst/>
          </a:prstGeom>
        </p:spPr>
        <p:txBody>
          <a:bodyPr lIns="0" rIns="0" tIns="0" bIns="0"/>
          <a:p>
            <a:pPr algn="r"/>
            <a:fld id="{33A74F6A-0E60-4A95-B6BE-D21B328E79B8}" type="slidenum">
              <a:rPr lang="en-US" sz="1400">
                <a:latin typeface="Times New Roman"/>
              </a:rPr>
              <a:t>&lt;number&gt;</a:t>
            </a:fld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Shape 1"/>
          <p:cNvSpPr txBox="1"/>
          <p:nvPr/>
        </p:nvSpPr>
        <p:spPr>
          <a:xfrm>
            <a:off x="504000" y="301320"/>
            <a:ext cx="9071640" cy="5851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r>
              <a:rPr lang="en-US" sz="3200">
                <a:latin typeface="Arial"/>
              </a:rPr>
              <a:t>Raspberry Pi</a:t>
            </a:r>
            <a:endParaRPr/>
          </a:p>
        </p:txBody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